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3818" autoAdjust="0"/>
  </p:normalViewPr>
  <p:slideViewPr>
    <p:cSldViewPr snapToGrid="0">
      <p:cViewPr varScale="1">
        <p:scale>
          <a:sx n="72" d="100"/>
          <a:sy n="72" d="100"/>
        </p:scale>
        <p:origin x="636" y="78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sz="5100" b="1" dirty="0"/>
              <a:t>AI adoption and usage analysis</a:t>
            </a:r>
            <a:endParaRPr lang="en-US" sz="51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7" y="37398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 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Akshita </a:t>
            </a:r>
            <a:r>
              <a:rPr lang="en-US" sz="1600" b="1" cap="all" dirty="0" err="1"/>
              <a:t>rathour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Bareilly college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computer science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    AKSHITARATHOUR2@gmail.com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288F3F-AD4C-81EA-1336-D2C00EFCC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90" y="963029"/>
            <a:ext cx="4590784" cy="4936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5B5729-DB00-2419-D1DA-9FEE83A477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366" y="981328"/>
            <a:ext cx="3438571" cy="45470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 </a:t>
            </a:r>
            <a:r>
              <a:rPr lang="en-US" sz="2200" dirty="0">
                <a:latin typeface="Arial"/>
                <a:cs typeface="Arial"/>
              </a:rPr>
              <a:t>(Technology Used)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(Output Image)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Problem Statement: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dirty="0"/>
              <a:t>Artificial intelligence is rapidly being adopted across industries . However , organizations often struggle to understand how AI adoption varies across countries, industries , and company sizes.</a:t>
            </a:r>
          </a:p>
          <a:p>
            <a:pPr marL="0" indent="0">
              <a:buNone/>
            </a:pPr>
            <a:r>
              <a:rPr lang="en-US" sz="2200" dirty="0"/>
              <a:t>Without proper analysis , it becomes difficult to identify trends in AI tool usage and user engagement. </a:t>
            </a:r>
          </a:p>
          <a:p>
            <a:pPr marL="0" indent="0">
              <a:buNone/>
            </a:pPr>
            <a:r>
              <a:rPr lang="en-US" sz="2200" dirty="0"/>
              <a:t>Therefore, there is a need to analyze AI adoption data to understand patterns and provide meaningful insights .</a:t>
            </a: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304306"/>
            <a:ext cx="10515600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1200" b="1" dirty="0">
                <a:latin typeface="Calibri"/>
                <a:ea typeface="Calibri"/>
                <a:cs typeface="Calibri"/>
              </a:rPr>
              <a:t>The proposed system analyses AI adoption trends using data visualization techniques. 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1200" b="1" dirty="0">
                <a:latin typeface="Calibri"/>
                <a:ea typeface="Calibri"/>
                <a:cs typeface="Calibri"/>
              </a:rPr>
              <a:t>      The system focuses on :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200" b="1" dirty="0">
                <a:latin typeface="Calibri"/>
                <a:ea typeface="Calibri"/>
                <a:cs typeface="Calibri"/>
              </a:rPr>
              <a:t>Collecting AI adoption dataset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200" b="1" dirty="0">
                <a:latin typeface="Calibri"/>
                <a:ea typeface="Calibri"/>
                <a:cs typeface="Calibri"/>
              </a:rPr>
              <a:t>Cleaning and preparing the dataset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200" b="1" dirty="0" err="1">
                <a:latin typeface="Calibri"/>
                <a:ea typeface="Calibri"/>
                <a:cs typeface="Calibri"/>
              </a:rPr>
              <a:t>Analyzing</a:t>
            </a:r>
            <a:r>
              <a:rPr lang="en-IN" sz="1200" b="1" dirty="0">
                <a:latin typeface="Calibri"/>
                <a:ea typeface="Calibri"/>
                <a:cs typeface="Calibri"/>
              </a:rPr>
              <a:t> patterns in AI tool usage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200" b="1" dirty="0">
                <a:latin typeface="Calibri"/>
                <a:ea typeface="Calibri"/>
                <a:cs typeface="Calibri"/>
              </a:rPr>
              <a:t>Creating an interactive dashboard for insights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1200" b="1" dirty="0">
                <a:latin typeface="Calibri"/>
                <a:ea typeface="Calibri"/>
                <a:cs typeface="Calibri"/>
              </a:rPr>
              <a:t>   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1200" b="1" dirty="0">
                <a:latin typeface="Calibri"/>
                <a:ea typeface="Calibri"/>
                <a:cs typeface="Calibri"/>
              </a:rPr>
              <a:t>These dashboard helps user understand: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200" b="1" dirty="0">
                <a:latin typeface="Calibri"/>
                <a:ea typeface="Calibri"/>
                <a:cs typeface="Calibri"/>
              </a:rPr>
              <a:t>AI adoption rate across industries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200" b="1" dirty="0">
                <a:latin typeface="Calibri"/>
                <a:ea typeface="Calibri"/>
                <a:cs typeface="Calibri"/>
              </a:rPr>
              <a:t>Most widely used AI tools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200" b="1" dirty="0">
                <a:latin typeface="Calibri"/>
                <a:ea typeface="Calibri"/>
                <a:cs typeface="Calibri"/>
              </a:rPr>
              <a:t>User distribution across countries and age groups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1200" b="1" dirty="0">
                <a:latin typeface="Calibri"/>
                <a:ea typeface="Calibri"/>
                <a:cs typeface="Calibri"/>
              </a:rPr>
              <a:t>   </a:t>
            </a:r>
            <a:endParaRPr lang="en-IN" sz="1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GB" sz="2200" dirty="0"/>
              <a:t>The system was developed using the following technologies:</a:t>
            </a:r>
          </a:p>
          <a:p>
            <a:pPr>
              <a:spcBef>
                <a:spcPct val="20000"/>
              </a:spcBef>
              <a:spcAft>
                <a:spcPts val="600"/>
              </a:spcAft>
            </a:pPr>
            <a:r>
              <a:rPr lang="en-GB" sz="2200" dirty="0"/>
              <a:t>Power BI for dashboard creation and data visualization </a:t>
            </a:r>
          </a:p>
          <a:p>
            <a:pPr>
              <a:spcBef>
                <a:spcPct val="20000"/>
              </a:spcBef>
              <a:spcAft>
                <a:spcPts val="600"/>
              </a:spcAft>
            </a:pPr>
            <a:r>
              <a:rPr lang="en-GB" sz="2200" dirty="0"/>
              <a:t>Power query for data cleaning and transformation</a:t>
            </a:r>
          </a:p>
          <a:p>
            <a:pPr>
              <a:spcBef>
                <a:spcPct val="20000"/>
              </a:spcBef>
              <a:spcAft>
                <a:spcPts val="600"/>
              </a:spcAft>
            </a:pPr>
            <a:r>
              <a:rPr lang="en-GB" sz="2200" dirty="0"/>
              <a:t>Dataset containing  AI adoption information across industries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GB" sz="2200" dirty="0"/>
              <a:t>The development process include data preparation, analysis ,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500" b="1" dirty="0">
                <a:latin typeface="Franklin Gothic Book"/>
              </a:rPr>
              <a:t>This project primarily uses data analytics and visualization data techniques . The process includes:</a:t>
            </a:r>
            <a:r>
              <a:rPr lang="en-IN" sz="1500" dirty="0">
                <a:latin typeface="Franklin Gothic Book"/>
              </a:rPr>
              <a:t>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500" b="1" dirty="0">
                <a:latin typeface="Franklin Gothic Book"/>
              </a:rPr>
              <a:t>Data Input: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500" dirty="0">
                <a:latin typeface="Franklin Gothic Book"/>
              </a:rPr>
              <a:t>  Country, industry, AI tool, adoption rate, Daily active users, age group, company sizes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500" b="1" dirty="0">
                <a:latin typeface="Franklin Gothic Book"/>
              </a:rPr>
              <a:t>Analysis Process:</a:t>
            </a:r>
          </a:p>
          <a:p>
            <a:pPr marL="629920" lvl="1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500" dirty="0">
                <a:latin typeface="Franklin Gothic Book"/>
              </a:rPr>
              <a:t>Data cleaning using power query.</a:t>
            </a:r>
          </a:p>
          <a:p>
            <a:pPr marL="629920" lvl="1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500" dirty="0">
                <a:latin typeface="Franklin Gothic Book"/>
              </a:rPr>
              <a:t>Aggregation of data for insights.</a:t>
            </a:r>
          </a:p>
          <a:p>
            <a:pPr marL="629920" lvl="1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500" dirty="0">
                <a:latin typeface="Franklin Gothic Book"/>
              </a:rPr>
              <a:t>Visualization using charts and graphs.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500" b="1" dirty="0" err="1">
                <a:latin typeface="Franklin Gothic Book"/>
              </a:rPr>
              <a:t>Deployement</a:t>
            </a:r>
            <a:r>
              <a:rPr lang="en-IN" sz="1500" b="1" dirty="0">
                <a:latin typeface="Franklin Gothic Book"/>
              </a:rPr>
              <a:t>:</a:t>
            </a:r>
            <a:endParaRPr lang="en-IN" sz="1500" dirty="0">
              <a:latin typeface="Franklin Gothic Book"/>
            </a:endParaRPr>
          </a:p>
          <a:p>
            <a:pPr marL="629920" lvl="1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500" dirty="0">
                <a:latin typeface="Franklin Gothic Book"/>
              </a:rPr>
              <a:t>The dashboard was developed in power BI and provide interactive insights through filters and charts.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A3DBCB-BB27-5683-C40E-1EB7AB09C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963" y="1928813"/>
            <a:ext cx="7020879" cy="390683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F879C8-BD7D-F0E4-F4F0-E2BB69AB2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4" y="1266029"/>
            <a:ext cx="8114504" cy="52439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90D674-5C15-57E5-8A50-04429FAC40CD}"/>
              </a:ext>
            </a:extLst>
          </p:cNvPr>
          <p:cNvSpPr txBox="1"/>
          <p:nvPr/>
        </p:nvSpPr>
        <p:spPr>
          <a:xfrm>
            <a:off x="8110330" y="1325216"/>
            <a:ext cx="3935896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Average AI adoption rate across industries is 49%.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Total daily active users are around 5M.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Chatgpt</a:t>
            </a:r>
            <a:r>
              <a:rPr lang="en-US" sz="2000" dirty="0"/>
              <a:t> is the most used AI tool.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SME shows higher adoption </a:t>
            </a:r>
            <a:r>
              <a:rPr lang="en-US" sz="2000" dirty="0" err="1"/>
              <a:t>ratet</a:t>
            </a:r>
            <a:r>
              <a:rPr lang="en-US" sz="2000" dirty="0"/>
              <a:t> than large companies.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Germany has one of the highest adoption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Education sector shows high AI adoption</a:t>
            </a:r>
          </a:p>
        </p:txBody>
      </p:sp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Franklin Gothic Book"/>
              </a:rPr>
              <a:t>The project successfully analyses AI adoption trends using data visualization techniques.</a:t>
            </a:r>
          </a:p>
          <a:p>
            <a:pPr marL="0" indent="0">
              <a:buNone/>
            </a:pPr>
            <a:r>
              <a:rPr lang="en-IN" sz="2200" dirty="0">
                <a:latin typeface="Franklin Gothic Book"/>
              </a:rPr>
              <a:t>The dashboard provides insights into how AI tools are used across industries and countries.</a:t>
            </a:r>
          </a:p>
          <a:p>
            <a:pPr marL="0" indent="0">
              <a:buNone/>
            </a:pPr>
            <a:r>
              <a:rPr lang="en-IN" sz="2200" dirty="0">
                <a:latin typeface="Franklin Gothic Book"/>
              </a:rPr>
              <a:t>Such analysis helps organization understand  technology trend and make better strategic decisions.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/>
            </a:endParaRPr>
          </a:p>
          <a:p>
            <a:pPr marL="0" indent="0">
              <a:buNone/>
            </a:pPr>
            <a:r>
              <a:rPr lang="en-GB" sz="2200" dirty="0"/>
              <a:t>Future improvements for this project includes:</a:t>
            </a:r>
          </a:p>
          <a:p>
            <a:r>
              <a:rPr lang="en-GB" sz="2200" dirty="0"/>
              <a:t>Adding more real-world datasets</a:t>
            </a:r>
          </a:p>
          <a:p>
            <a:r>
              <a:rPr lang="en-GB" sz="2200" dirty="0"/>
              <a:t>Using machine learning models to predict AI adoption trends</a:t>
            </a:r>
          </a:p>
          <a:p>
            <a:r>
              <a:rPr lang="en-GB" sz="2200" dirty="0"/>
              <a:t>Expanding the analysis to more industries and regions.</a:t>
            </a:r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References: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Franklin Gothic Book"/>
              </a:rPr>
              <a:t>AI adoption datasets from online sources</a:t>
            </a:r>
          </a:p>
          <a:p>
            <a:pPr marL="0" indent="0">
              <a:buNone/>
            </a:pPr>
            <a:r>
              <a:rPr lang="en-IN" sz="2200" dirty="0">
                <a:latin typeface="Franklin Gothic Book"/>
              </a:rPr>
              <a:t>Microsoft power BI documentation</a:t>
            </a:r>
          </a:p>
          <a:p>
            <a:pPr marL="0" indent="0">
              <a:buNone/>
            </a:pPr>
            <a:r>
              <a:rPr lang="en-IN" sz="2200" dirty="0">
                <a:latin typeface="Franklin Gothic Book"/>
              </a:rPr>
              <a:t>Data visualization tutorials </a:t>
            </a:r>
          </a:p>
          <a:p>
            <a:pPr marL="0" indent="0">
              <a:buNone/>
            </a:pPr>
            <a:r>
              <a:rPr lang="en-IN" sz="2200" dirty="0">
                <a:latin typeface="Franklin Gothic Book"/>
              </a:rPr>
              <a:t>MS Elevate AICTE internship orientation session</a:t>
            </a:r>
          </a:p>
          <a:p>
            <a:pPr marL="0" indent="0">
              <a:buNone/>
            </a:pPr>
            <a:r>
              <a:rPr lang="en-IN" sz="2200" dirty="0">
                <a:latin typeface="Franklin Gothic Book"/>
              </a:rPr>
              <a:t>GitHub Link:</a:t>
            </a:r>
            <a:r>
              <a:rPr lang="en-IN" sz="2200" dirty="0">
                <a:solidFill>
                  <a:srgbClr val="0070C0"/>
                </a:solidFill>
                <a:latin typeface="Franklin Gothic Book"/>
              </a:rPr>
              <a:t> </a:t>
            </a:r>
            <a:r>
              <a:rPr lang="en-IN" sz="2200" u="sng" dirty="0">
                <a:solidFill>
                  <a:srgbClr val="0070C0"/>
                </a:solidFill>
                <a:latin typeface="Franklin Gothic Book"/>
              </a:rPr>
              <a:t>Link</a:t>
            </a: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478</Words>
  <Application>Microsoft Office PowerPoint</Application>
  <PresentationFormat>Widescreen</PresentationFormat>
  <Paragraphs>76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HP</cp:lastModifiedBy>
  <cp:revision>103</cp:revision>
  <dcterms:created xsi:type="dcterms:W3CDTF">2024-05-21T11:55:07Z</dcterms:created>
  <dcterms:modified xsi:type="dcterms:W3CDTF">2026-03-13T16:55:10Z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